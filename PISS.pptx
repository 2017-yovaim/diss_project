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 snapToGrid="0">
      <p:cViewPr varScale="1">
        <p:scale>
          <a:sx n="107" d="100"/>
          <a:sy n="107" d="100"/>
        </p:scale>
        <p:origin x="6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1/15/26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1/15/26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1/15/26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9F3B7-777A-B038-28FA-D225312EAB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latin typeface="American Typewriter" panose="02090604020004020304" pitchFamily="18" charset="77"/>
              </a:rPr>
              <a:t>RealTalk</a:t>
            </a:r>
            <a:endParaRPr lang="en-US" dirty="0">
              <a:latin typeface="American Typewriter" panose="02090604020004020304" pitchFamily="18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193E3-4DFA-8BAE-EAE4-4A9C90E384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real-time chat system</a:t>
            </a:r>
          </a:p>
          <a:p>
            <a:endParaRPr lang="en-US" dirty="0"/>
          </a:p>
          <a:p>
            <a:r>
              <a:rPr lang="en-US" dirty="0"/>
              <a:t>- Damyan, Ali, </a:t>
            </a:r>
            <a:r>
              <a:rPr lang="en-US" dirty="0" err="1"/>
              <a:t>Yova</a:t>
            </a:r>
            <a:r>
              <a:rPr lang="en-US" dirty="0"/>
              <a:t>, Lora</a:t>
            </a:r>
          </a:p>
        </p:txBody>
      </p:sp>
    </p:spTree>
    <p:extLst>
      <p:ext uri="{BB962C8B-B14F-4D97-AF65-F5344CB8AC3E}">
        <p14:creationId xmlns:p14="http://schemas.microsoft.com/office/powerpoint/2010/main" val="2094354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AB14F-51BD-FD51-8394-8C0C3E95C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>
                <a:latin typeface="+mn-lt"/>
              </a:rPr>
              <a:t>Цел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6AEDF-6001-AE54-D833-A12A3B032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/>
            <a:r>
              <a:rPr lang="bg-BG" sz="2400" dirty="0"/>
              <a:t>Да се създаде чат приложение в реално време</a:t>
            </a:r>
          </a:p>
          <a:p>
            <a:pPr lvl="1" algn="just"/>
            <a:r>
              <a:rPr lang="bg-BG" sz="2400" dirty="0"/>
              <a:t>Използване на съвременни </a:t>
            </a:r>
            <a:r>
              <a:rPr lang="en-US" sz="2400" dirty="0"/>
              <a:t>Java </a:t>
            </a:r>
            <a:r>
              <a:rPr lang="bg-BG" sz="2400" dirty="0"/>
              <a:t>технологии</a:t>
            </a:r>
          </a:p>
          <a:p>
            <a:pPr lvl="1" algn="just"/>
            <a:r>
              <a:rPr lang="bg-BG" sz="2400" dirty="0"/>
              <a:t>Ясно разделена логика между клиент и сървър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39701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688F4-A2C8-73A4-F188-17A861759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>
                <a:latin typeface="+mn-lt"/>
              </a:rPr>
              <a:t>Обща архитектура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A95D5-0DDC-DC17-9B14-69A1F507F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bg-BG" sz="2400" dirty="0"/>
              <a:t>Клиент-сървър</a:t>
            </a:r>
          </a:p>
          <a:p>
            <a:pPr algn="just"/>
            <a:r>
              <a:rPr lang="bg-BG" sz="2400" dirty="0"/>
              <a:t>Сървърът управлява комуникацията и данните</a:t>
            </a:r>
          </a:p>
          <a:p>
            <a:pPr algn="just"/>
            <a:r>
              <a:rPr lang="bg-BG" sz="2400" dirty="0"/>
              <a:t>Клиентите се свързват и обменят съобщения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79296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2EE64-CEDC-3163-C937-D89A12736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97A5B-4306-40CB-5248-3D6479A3C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Java – </a:t>
            </a:r>
            <a:r>
              <a:rPr lang="bg-BG" sz="2400" dirty="0"/>
              <a:t>основен език</a:t>
            </a:r>
          </a:p>
          <a:p>
            <a:pPr algn="just"/>
            <a:r>
              <a:rPr lang="en-US" sz="2400" dirty="0"/>
              <a:t>Spring boot – backend logic</a:t>
            </a:r>
          </a:p>
          <a:p>
            <a:pPr algn="just"/>
            <a:r>
              <a:rPr lang="en-US" sz="2400" dirty="0"/>
              <a:t>WebSocket – </a:t>
            </a:r>
            <a:r>
              <a:rPr lang="bg-BG" sz="2400" dirty="0"/>
              <a:t>комуникация в реално време</a:t>
            </a:r>
          </a:p>
          <a:p>
            <a:pPr algn="just"/>
            <a:r>
              <a:rPr lang="en-US" sz="2400" dirty="0"/>
              <a:t>JavaFX – </a:t>
            </a:r>
            <a:r>
              <a:rPr lang="bg-BG" sz="2400" dirty="0"/>
              <a:t>графичен клиент</a:t>
            </a:r>
          </a:p>
          <a:p>
            <a:pPr algn="just"/>
            <a:r>
              <a:rPr lang="en-US" sz="2400" dirty="0"/>
              <a:t>H2 Database – </a:t>
            </a:r>
            <a:r>
              <a:rPr lang="bg-BG" sz="2400" dirty="0"/>
              <a:t>вградена база данни</a:t>
            </a:r>
          </a:p>
          <a:p>
            <a:pPr algn="just"/>
            <a:r>
              <a:rPr lang="en-US" sz="2400" dirty="0"/>
              <a:t>Maven – </a:t>
            </a:r>
            <a:r>
              <a:rPr lang="bg-BG" sz="2400" dirty="0"/>
              <a:t>управление на зависимости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9012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CC69E-D817-4E0A-87BF-FF1C59937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9926A-0F39-75E2-4C1E-44D053D7E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400" dirty="0"/>
              <a:t>Управлява </a:t>
            </a:r>
            <a:r>
              <a:rPr lang="en-US" sz="2400" dirty="0"/>
              <a:t>WebSocket</a:t>
            </a:r>
            <a:r>
              <a:rPr lang="bg-BG" sz="2400" dirty="0"/>
              <a:t> връзките</a:t>
            </a:r>
          </a:p>
          <a:p>
            <a:r>
              <a:rPr lang="bg-BG" sz="2400" dirty="0"/>
              <a:t>Приема и разпраща съобщения</a:t>
            </a:r>
          </a:p>
          <a:p>
            <a:r>
              <a:rPr lang="bg-BG" sz="2400" dirty="0"/>
              <a:t>Работи с базата данни</a:t>
            </a:r>
          </a:p>
          <a:p>
            <a:r>
              <a:rPr lang="bg-BG" sz="2400" dirty="0"/>
              <a:t>Поддържа множество клиенти едновременно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87209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D7C43-ED63-A134-BAF7-355CFC633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1D336-EB26-BBE2-C9F9-3DE273114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400" dirty="0"/>
              <a:t>Вход на потребител</a:t>
            </a:r>
          </a:p>
          <a:p>
            <a:r>
              <a:rPr lang="bg-BG" sz="2400" dirty="0"/>
              <a:t>Изпращане и получаване на съобщения</a:t>
            </a:r>
          </a:p>
          <a:p>
            <a:r>
              <a:rPr lang="bg-BG" sz="2400" dirty="0"/>
              <a:t>Графичен интерфейс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90572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FB720-4F13-6A73-D45C-AC513F0B7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69" y="2302423"/>
            <a:ext cx="4336512" cy="2456442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+mn-lt"/>
              </a:rPr>
              <a:t>Communication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53EEE-C192-630C-D5DD-7343A2577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bg-BG" sz="2400" dirty="0"/>
              <a:t>Клиентът се свързва към сървъра</a:t>
            </a:r>
          </a:p>
          <a:p>
            <a:pPr algn="just"/>
            <a:r>
              <a:rPr lang="bg-BG" sz="2400" dirty="0"/>
              <a:t>Установява се </a:t>
            </a:r>
            <a:r>
              <a:rPr lang="en-US" sz="2400" dirty="0"/>
              <a:t>WebSocket </a:t>
            </a:r>
            <a:r>
              <a:rPr lang="bg-BG" sz="2400" dirty="0"/>
              <a:t>връзка</a:t>
            </a:r>
          </a:p>
          <a:p>
            <a:pPr algn="just"/>
            <a:r>
              <a:rPr lang="bg-BG" sz="2400" dirty="0"/>
              <a:t>Съобщенията се изпращат към сървъра</a:t>
            </a:r>
          </a:p>
          <a:p>
            <a:pPr algn="just"/>
            <a:r>
              <a:rPr lang="bg-BG" sz="2400" dirty="0"/>
              <a:t>Сървърът ги разпространява към всички </a:t>
            </a:r>
            <a:r>
              <a:rPr lang="en-US" sz="2400" dirty="0"/>
              <a:t>subscribed </a:t>
            </a:r>
            <a:r>
              <a:rPr lang="bg-BG" sz="2400" dirty="0"/>
              <a:t>клиенти</a:t>
            </a:r>
            <a:r>
              <a:rPr lang="en-US" sz="2400" dirty="0"/>
              <a:t> </a:t>
            </a:r>
            <a:r>
              <a:rPr lang="bg-BG" sz="2400" dirty="0"/>
              <a:t>за даден </a:t>
            </a:r>
            <a:r>
              <a:rPr lang="en-US" sz="2400" dirty="0"/>
              <a:t>chat (</a:t>
            </a:r>
            <a:r>
              <a:rPr lang="en-US" sz="2400" dirty="0" err="1"/>
              <a:t>chatID</a:t>
            </a:r>
            <a:r>
              <a:rPr lang="en-US" sz="2400" dirty="0"/>
              <a:t>)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2254370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8312E-EFB8-EB65-A70E-09C330123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>
                <a:latin typeface="+mn-lt"/>
              </a:rPr>
              <a:t>Стартиране и използване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2C0A1-B849-CE15-DED4-4DB6EFCFD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bg-BG" sz="2400" dirty="0"/>
              <a:t>Стартира се </a:t>
            </a:r>
            <a:r>
              <a:rPr lang="en-US" sz="2400" dirty="0"/>
              <a:t>Spring Boot </a:t>
            </a:r>
            <a:r>
              <a:rPr lang="bg-BG" sz="2400" dirty="0"/>
              <a:t>сървърът</a:t>
            </a:r>
          </a:p>
          <a:p>
            <a:pPr algn="just"/>
            <a:r>
              <a:rPr lang="bg-BG" sz="2400" dirty="0"/>
              <a:t>Стартира се </a:t>
            </a:r>
            <a:r>
              <a:rPr lang="en-US" sz="2400" dirty="0"/>
              <a:t>JavaFX </a:t>
            </a:r>
            <a:r>
              <a:rPr lang="bg-BG" sz="2400" dirty="0"/>
              <a:t>клиентът</a:t>
            </a:r>
          </a:p>
          <a:p>
            <a:pPr algn="just"/>
            <a:r>
              <a:rPr lang="bg-BG" sz="2400" dirty="0"/>
              <a:t>Клиентът автоматично се свързва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91595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759B1-B305-7A3A-0A03-C719D6EEF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>
                <a:latin typeface="+mn-lt"/>
              </a:rPr>
              <a:t>Заключение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9BD5E-1A21-C96A-1657-6DC14D1FC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400" dirty="0"/>
              <a:t>Работещ чат в реално време</a:t>
            </a:r>
          </a:p>
          <a:p>
            <a:r>
              <a:rPr lang="bg-BG" sz="2400" dirty="0"/>
              <a:t>Ясна клиент-сървър архитектура</a:t>
            </a:r>
          </a:p>
          <a:p>
            <a:r>
              <a:rPr lang="bg-BG" sz="2400" dirty="0"/>
              <a:t>Модерен </a:t>
            </a:r>
            <a:r>
              <a:rPr lang="en-US" sz="2400" dirty="0"/>
              <a:t>Java </a:t>
            </a:r>
            <a:r>
              <a:rPr lang="bg-BG" sz="2400" dirty="0"/>
              <a:t>стек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05214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C7E49-0D0B-2901-4314-A320AD06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3EB27-5D51-26AE-9B5F-EE92BC4786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latin typeface="American Typewriter" panose="02090604020004020304" pitchFamily="18" charset="77"/>
              </a:rPr>
              <a:t>RealTalk</a:t>
            </a:r>
            <a:endParaRPr lang="en-US" dirty="0">
              <a:latin typeface="American Typewriter" panose="02090604020004020304" pitchFamily="18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AEC570-6BC6-0D88-EBAD-3BD3D82505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American Typewriter" panose="02090604020004020304" pitchFamily="18" charset="77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71045135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36</TotalTime>
  <Words>165</Words>
  <Application>Microsoft Macintosh PowerPoint</Application>
  <PresentationFormat>Widescreen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American Typewriter</vt:lpstr>
      <vt:lpstr>Calibri Light</vt:lpstr>
      <vt:lpstr>Rockwell</vt:lpstr>
      <vt:lpstr>Wingdings</vt:lpstr>
      <vt:lpstr>Atlas</vt:lpstr>
      <vt:lpstr>RealTalk</vt:lpstr>
      <vt:lpstr>Цел</vt:lpstr>
      <vt:lpstr>Обща архитектура</vt:lpstr>
      <vt:lpstr>Tech stack</vt:lpstr>
      <vt:lpstr>Server</vt:lpstr>
      <vt:lpstr>Client</vt:lpstr>
      <vt:lpstr>Communication logic</vt:lpstr>
      <vt:lpstr>Стартиране и използване</vt:lpstr>
      <vt:lpstr>Заключение</vt:lpstr>
      <vt:lpstr>RealTalk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Lora Hristova</dc:creator>
  <cp:lastModifiedBy>Lora Hristova</cp:lastModifiedBy>
  <cp:revision>1</cp:revision>
  <dcterms:created xsi:type="dcterms:W3CDTF">2026-01-15T19:18:13Z</dcterms:created>
  <dcterms:modified xsi:type="dcterms:W3CDTF">2026-01-15T19:54:33Z</dcterms:modified>
</cp:coreProperties>
</file>